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68"/>
    <a:srgbClr val="008BAA"/>
    <a:srgbClr val="F4F4F4"/>
    <a:srgbClr val="05D5FF"/>
    <a:srgbClr val="00B4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75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2E3B4E-197C-9B49-CD5F-09648F6FD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3740894-AA46-E486-237C-52D7F1BA1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72C7C3E-6ABE-7C3A-B56D-8E7148FE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FFA425-B329-C5B4-6B66-6FE41258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A9BC9CF-FA7E-36CA-AEB2-3C2F70A5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25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40ED84-464D-BE19-F87C-56360D04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DC7FB9-DFDD-0DF5-1B0C-E89586E9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694B69-BAD3-3391-2134-5DA42A51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1E6640-9016-204C-F812-18F1196E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7947783-2994-E6D1-AFD4-D309B052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52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D02BBE-644E-5733-6BEF-423472C5C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FFA7F94-A5A7-835D-2FF8-9032284A6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F75A3DC-5755-2D02-24F3-F653B95B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ACC6351-D5B4-E3B6-2799-D77067B8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A5B39B6-8751-7458-2A4C-019DA694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02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2C9860-0906-D8EB-0BED-F06B84A8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C85EF9-B243-FB8A-CC18-832C63712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19BCC5C-9512-F2BE-3293-8B15B4E3C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F941366-BC40-2F1B-4B48-79804219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318AB82-0972-0157-B85B-FC156C97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42AF22F-59F6-B44D-D1DC-A31C03BA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CC5014-713E-3B91-067E-C2746DCC6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737ABD7-C35D-54A2-B092-1D373FBC8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BCE0568-BA81-90A7-9F8E-D649A66E1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94E7B04-0ABF-8321-ACA1-219AF6919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41C455A-0EA3-FD4E-5C58-EF28AAC29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93F229E-9608-EE38-CB28-41F2E129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362EA10-D26C-310F-6FEC-A11B4708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E31D6F0-5391-EA5C-9E81-D8A6CFCD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51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1EE5A9-5280-3A46-87EE-E847AC0C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DDABB88-99FB-BED3-A509-F522151C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1F41630-2F2B-ECE6-5680-6BE1B43B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F34D1F8-B971-4B02-BDCA-394E7B60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22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CA8482A-0EB3-609C-F276-ADD36727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FEC04EE-7408-9FB9-0274-61D821EA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AC2C3FC-BC47-32B8-2372-0A896CCC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2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3A1B83-EB3F-11C4-DA13-6D8107C7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5CF1EC-4185-8A1A-3D6A-A8C9F5A80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90C507B-F1FE-CFCF-E077-95884D02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7955318-6C4E-992C-3312-0BA478E1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E44027-E82C-FAE1-2702-0623A309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694F604-1D9B-8D39-297B-80FECA5F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45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1DE60D-83E6-0010-414F-8B0BB24F4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4301E55-E175-EFDF-F9B8-058F43E35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33CFD83-D6F7-B83F-2B96-C78B4E4F0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3EBFA81-4967-18F8-E7A4-03A862D6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83683AA-10AD-A463-A548-D8936CD0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C4786D3-E6B9-FA37-8345-7BB7CA98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0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224805-F45B-5F87-A2A6-74335AE9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85A282F-1716-1700-6D91-64358049B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B7C025-D7B6-F161-8F27-DC354D27E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0F1E351-0461-AC2E-D97D-336ACF56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6B3ADDE-B830-1247-4063-42094710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931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D6D328F-D854-573C-E0B2-D79F5186A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20A3942-B38E-DAC1-3B0D-BF42750EB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7CC4C6E-5C6C-EBAB-5115-1AE23A0F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37948A-04B2-F0F3-45E5-21E6982E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5C96D0-EE46-9279-A1C8-A1833E15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40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D79F1DD-503C-4850-DA53-623F086A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30209D0-8D63-C495-AA61-DAF151035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43111D2-22D7-8227-EE95-2B5A20867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DAF01-2C74-4DA2-AF27-E34F7387600F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95D6379-9D7C-5F6E-1044-A84D82F30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2817BC-B977-0E86-36C5-DADC18608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03049-6B45-4CD9-9535-DEB8EB9D74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9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8BAA"/>
            </a:gs>
            <a:gs pos="100000">
              <a:srgbClr val="004E6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8A2FAA-9EAD-9CD3-65A8-A700539C6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527" y="2892836"/>
            <a:ext cx="5830957" cy="927537"/>
          </a:xfrm>
        </p:spPr>
        <p:txBody>
          <a:bodyPr>
            <a:noAutofit/>
          </a:bodyPr>
          <a:lstStyle/>
          <a:p>
            <a:r>
              <a:rPr lang="en-US" sz="7000" dirty="0">
                <a:solidFill>
                  <a:schemeClr val="bg1"/>
                </a:solidFill>
                <a:latin typeface="Sailec-Bold" panose="00000800000000000000" pitchFamily="2" charset="0"/>
              </a:rPr>
              <a:t>Presentation</a:t>
            </a:r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7A9AC348-EEC1-14B5-E427-20EBB3B5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692" y="626155"/>
            <a:ext cx="2823614" cy="80508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691B7764-B4B8-9F59-3AAA-4019F5F0D14B}"/>
              </a:ext>
            </a:extLst>
          </p:cNvPr>
          <p:cNvSpPr txBox="1"/>
          <p:nvPr/>
        </p:nvSpPr>
        <p:spPr>
          <a:xfrm>
            <a:off x="730543" y="3707296"/>
            <a:ext cx="352868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500" dirty="0">
                <a:solidFill>
                  <a:srgbClr val="05D5FF"/>
                </a:solidFill>
                <a:latin typeface="Sailec-Bold" panose="00000800000000000000" pitchFamily="2" charset="0"/>
              </a:rPr>
              <a:t>Dominik Major</a:t>
            </a:r>
          </a:p>
        </p:txBody>
      </p:sp>
      <p:pic>
        <p:nvPicPr>
          <p:cNvPr id="14" name="Ábra 13">
            <a:extLst>
              <a:ext uri="{FF2B5EF4-FFF2-40B4-BE49-F238E27FC236}">
                <a16:creationId xmlns:a16="http://schemas.microsoft.com/office/drawing/2014/main" id="{EC159495-D959-A373-4FED-2564DE557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2769" y="1642053"/>
            <a:ext cx="3429102" cy="342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36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B72A-B872-1ED0-B7AE-436EF54D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6BEF39BE-FC73-9693-D48A-D496FBE7433C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Homepage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2872513-F93C-5D9F-A81C-FB4E576B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45" y="1538798"/>
            <a:ext cx="9028109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56737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8D478-959F-B19B-27BF-FBE28C25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04657582-FACF-F6E2-F9CA-25E716F4ECFC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atin typeface="Sailec-Bold" panose="00000800000000000000" pitchFamily="2" charset="0"/>
              </a:rPr>
              <a:t>Headers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DC70806-5FDB-7DAF-FE97-E1B3E4467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2523229"/>
            <a:ext cx="11393490" cy="809738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CAB035D-BFC8-E2AF-3A34-51F439DA0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9" y="3864423"/>
            <a:ext cx="11441122" cy="13622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6702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6AE17-1F46-5CBE-2B60-C9D4753B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3CE182C4-1A59-41E3-5F2D-592BBB8EE42A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Advertisement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7FEFF60-3FC1-3863-ADE0-9A1405DB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888" y="1564944"/>
            <a:ext cx="9010224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204CC45-5F36-2981-944C-86618885B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105" y="4008120"/>
            <a:ext cx="821402" cy="28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4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F283-D05B-7AA7-EA44-F2C851D82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D859608B-EB44-7BB8-1DD3-2E2CCF0CE964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atin typeface="Sailec-Bold" panose="00000800000000000000" pitchFamily="2" charset="0"/>
              </a:rPr>
              <a:t>Contact</a:t>
            </a:r>
            <a:r>
              <a:rPr lang="hu-HU" sz="4000" dirty="0">
                <a:latin typeface="Sailec-Bold" panose="00000800000000000000" pitchFamily="2" charset="0"/>
              </a:rPr>
              <a:t> </a:t>
            </a:r>
            <a:r>
              <a:rPr lang="en-US" sz="4000" dirty="0">
                <a:latin typeface="Sailec-Bold" panose="00000800000000000000" pitchFamily="2" charset="0"/>
              </a:rPr>
              <a:t>page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BD62615-C495-B2E2-56AF-1490C89CA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975" y="1531031"/>
            <a:ext cx="9158049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091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AA66-9935-9223-09A2-7CB4D1458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6CBC1C0F-7F4F-15FD-E051-ADF483D2ABCE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ailec-Bold" panose="00000800000000000000" pitchFamily="2" charset="0"/>
              </a:rPr>
              <a:t>Register</a:t>
            </a:r>
            <a:r>
              <a:rPr lang="hu-HU" sz="4000" dirty="0">
                <a:latin typeface="Sailec-Bold" panose="00000800000000000000" pitchFamily="2" charset="0"/>
              </a:rPr>
              <a:t> </a:t>
            </a:r>
            <a:r>
              <a:rPr lang="en-GB" sz="4000" dirty="0">
                <a:latin typeface="Sailec-Bold" panose="00000800000000000000" pitchFamily="2" charset="0"/>
              </a:rPr>
              <a:t>page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2940998-A66E-463C-4219-02F2B6AE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13" y="1529957"/>
            <a:ext cx="9099573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96022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E438-C698-4763-CD47-FE5508BD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73007266-A981-6CE9-6573-3EAE80CF1EC8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atin typeface="Sailec-Bold" panose="00000800000000000000" pitchFamily="2" charset="0"/>
              </a:rPr>
              <a:t>Register page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4B75B36-D4DE-1046-D863-70FBDF021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62" y="1614012"/>
            <a:ext cx="9061276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77456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51914-4995-7BDD-9E01-9A123E0E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99BD79F0-E630-6971-6D52-D4C3B49C1E8B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Login </a:t>
            </a:r>
            <a:r>
              <a:rPr lang="en-GB" sz="4000" dirty="0">
                <a:latin typeface="Sailec-Bold" panose="00000800000000000000" pitchFamily="2" charset="0"/>
              </a:rPr>
              <a:t>page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617A957-A475-19D6-4353-44E1B2D5C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14" y="1563202"/>
            <a:ext cx="9014572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4975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268D-8DEE-D991-2A97-F6D773EE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C93A05C8-0669-5A45-16B4-36DD2C4386B4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latin typeface="Sailec-Bold" panose="00000800000000000000" pitchFamily="2" charset="0"/>
              </a:rPr>
              <a:t>Controlpanel</a:t>
            </a:r>
            <a:endParaRPr lang="en-US" sz="4000" dirty="0">
              <a:latin typeface="Sailec-Bold" panose="00000800000000000000" pitchFamily="2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59B900C-B53B-14CA-843A-21B8F245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79" y="1572023"/>
            <a:ext cx="9191042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6111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CA08-474C-871E-A9E8-167CAD11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B6C15192-A281-4FFF-AB5B-E4A21A0BDB86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Advertisements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6D4AAB0-87A8-DD6E-6B25-4A74383BC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90" y="1572571"/>
            <a:ext cx="9059820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1329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B5CB-A6ED-90CB-0B2B-0569C86D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FA9277F5-5ACF-223C-5431-518BCCC9A261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Applicants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8179D3E-08AB-6883-AE36-1CFABAF2F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63" y="1603995"/>
            <a:ext cx="9119274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5527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C4448-E337-2FDD-1B4E-79EB11389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4951F708-5E81-584E-4E13-EFB35DC2FC8D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Edit advertisement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F2B3F41-38C6-7596-8444-C6205D808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53" y="1542761"/>
            <a:ext cx="9146094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63056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C080-7276-0FAF-A8E0-773AF12D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BAD633E6-58E1-7027-CBB4-5DC8AB7469AC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Edit advertisement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2DFF7E6-9EE6-D264-ECD2-7648785FF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8" y="1597177"/>
            <a:ext cx="8982704" cy="504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225694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6941-42C1-CB70-6BDC-0633BBF1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868464BE-432B-CC5A-3897-B4BB1A265E39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Advertisements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51576C0-298B-DE39-BBD4-8AD8A0A62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55" y="1676742"/>
            <a:ext cx="8412690" cy="468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52799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8BE4-E298-0698-84E8-D9CCBD6E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1BE21D10-41E1-702C-C8A4-5842CBD6E0D0}"/>
              </a:ext>
            </a:extLst>
          </p:cNvPr>
          <p:cNvSpPr/>
          <p:nvPr/>
        </p:nvSpPr>
        <p:spPr>
          <a:xfrm>
            <a:off x="0" y="0"/>
            <a:ext cx="12192000" cy="1310640"/>
          </a:xfrm>
          <a:prstGeom prst="rect">
            <a:avLst/>
          </a:prstGeom>
          <a:gradFill>
            <a:gsLst>
              <a:gs pos="0">
                <a:srgbClr val="008BAA"/>
              </a:gs>
              <a:gs pos="100000">
                <a:srgbClr val="004E68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dirty="0">
                <a:latin typeface="Sailec-Bold" panose="00000800000000000000" pitchFamily="2" charset="0"/>
              </a:rPr>
              <a:t>New advertisement</a:t>
            </a:r>
            <a:endParaRPr lang="en-GB" sz="4000" dirty="0">
              <a:latin typeface="Sailec-Bold" panose="00000800000000000000" pitchFamily="2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9F27B04-9B55-E6DF-973C-01F7EB5F5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29" y="1692000"/>
            <a:ext cx="8415542" cy="468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3652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8BAA"/>
            </a:gs>
            <a:gs pos="100000">
              <a:srgbClr val="004E68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58EFB-B4AF-7BE7-0A44-E2EC7CEC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0598BF-DE2D-D177-FF0B-DC6B0F3D4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129" y="3429000"/>
            <a:ext cx="6689153" cy="927537"/>
          </a:xfrm>
        </p:spPr>
        <p:txBody>
          <a:bodyPr>
            <a:noAutofit/>
          </a:bodyPr>
          <a:lstStyle/>
          <a:p>
            <a:pPr algn="l"/>
            <a:r>
              <a:rPr lang="en-GB" sz="7000" dirty="0">
                <a:solidFill>
                  <a:schemeClr val="bg1"/>
                </a:solidFill>
                <a:latin typeface="Sailec-Bold" panose="00000800000000000000" pitchFamily="2" charset="0"/>
              </a:rPr>
              <a:t>Thank you </a:t>
            </a:r>
            <a:br>
              <a:rPr lang="en-GB" sz="7000" dirty="0">
                <a:solidFill>
                  <a:schemeClr val="bg1"/>
                </a:solidFill>
                <a:latin typeface="Sailec-Bold" panose="00000800000000000000" pitchFamily="2" charset="0"/>
              </a:rPr>
            </a:br>
            <a:r>
              <a:rPr lang="en-GB" sz="7000" dirty="0">
                <a:solidFill>
                  <a:schemeClr val="bg1"/>
                </a:solidFill>
                <a:latin typeface="Sailec-Bold" panose="00000800000000000000" pitchFamily="2" charset="0"/>
              </a:rPr>
              <a:t>for watching!</a:t>
            </a:r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FDE25563-6E63-5926-A20B-FA8554EB4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692" y="626155"/>
            <a:ext cx="2823614" cy="805080"/>
          </a:xfrm>
          <a:prstGeom prst="rect">
            <a:avLst/>
          </a:prstGeom>
        </p:spPr>
      </p:pic>
      <p:pic>
        <p:nvPicPr>
          <p:cNvPr id="14" name="Ábra 13">
            <a:extLst>
              <a:ext uri="{FF2B5EF4-FFF2-40B4-BE49-F238E27FC236}">
                <a16:creationId xmlns:a16="http://schemas.microsoft.com/office/drawing/2014/main" id="{2D8F150E-473A-FDC0-9991-7707BB249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2769" y="1642053"/>
            <a:ext cx="3429102" cy="342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16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Szélesvásznú</PresentationFormat>
  <Paragraphs>17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Sailec-Bold</vt:lpstr>
      <vt:lpstr>Office-téma</vt:lpstr>
      <vt:lpstr>Presentation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Thank you  for watching!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Major Dominik Ábel</dc:creator>
  <cp:lastModifiedBy>Major Dominik Ábel</cp:lastModifiedBy>
  <cp:revision>10</cp:revision>
  <dcterms:created xsi:type="dcterms:W3CDTF">2024-02-07T09:32:33Z</dcterms:created>
  <dcterms:modified xsi:type="dcterms:W3CDTF">2024-02-14T10:04:42Z</dcterms:modified>
</cp:coreProperties>
</file>