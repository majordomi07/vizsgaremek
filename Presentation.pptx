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95" d="100"/>
          <a:sy n="95" d="100"/>
        </p:scale>
        <p:origin x="163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22E3B4E-197C-9B49-CD5F-09648F6FDD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  <a:endParaRPr lang="en-GB"/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F3740894-AA46-E486-237C-52D7F1BA16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  <a:endParaRPr lang="en-GB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872C7C3E-6ABE-7C3A-B56D-8E7148FE2C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5DAF01-2C74-4DA2-AF27-E34F7387600F}" type="datetimeFigureOut">
              <a:rPr lang="en-GB" smtClean="0"/>
              <a:t>07/02/2024</a:t>
            </a:fld>
            <a:endParaRPr lang="en-GB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85FFA425-B329-C5B4-6B66-6FE412583C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BA9BC9CF-FA7E-36CA-AEB2-3C2F70A50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003049-6B45-4CD9-9535-DEB8EB9D74B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12505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840ED84-464D-BE19-F87C-56360D04E2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GB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58DC7FB9-DFDD-0DF5-1B0C-E89586E938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GB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52694B69-BAD3-3391-2134-5DA42A5171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5DAF01-2C74-4DA2-AF27-E34F7387600F}" type="datetimeFigureOut">
              <a:rPr lang="en-GB" smtClean="0"/>
              <a:t>07/02/2024</a:t>
            </a:fld>
            <a:endParaRPr lang="en-GB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261E6640-9016-204C-F812-18F1196EE1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B7947783-2994-E6D1-AFD4-D309B05204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003049-6B45-4CD9-9535-DEB8EB9D74B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25210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DD02BBE-644E-5733-6BEF-423472C5C3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  <a:endParaRPr lang="en-GB"/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2FFA7F94-A5A7-835D-2FF8-9032284A6A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F75A3DC-5755-2D02-24F3-F653B95B4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5DAF01-2C74-4DA2-AF27-E34F7387600F}" type="datetimeFigureOut">
              <a:rPr lang="en-GB" smtClean="0"/>
              <a:t>07/02/2024</a:t>
            </a:fld>
            <a:endParaRPr lang="en-GB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AACC6351-D5B4-E3B6-2799-D77067B849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A5B39B6-8751-7458-2A4C-019DA69430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003049-6B45-4CD9-9535-DEB8EB9D74B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780254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B2C9860-0906-D8EB-0BED-F06B84A8C3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GB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FC85EF9-B243-FB8A-CC18-832C63712C1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GB"/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E19BCC5C-9512-F2BE-3293-8B15B4E3C2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GB"/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4F941366-BC40-2F1B-4B48-798042190D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5DAF01-2C74-4DA2-AF27-E34F7387600F}" type="datetimeFigureOut">
              <a:rPr lang="en-GB" smtClean="0"/>
              <a:t>07/02/2024</a:t>
            </a:fld>
            <a:endParaRPr lang="en-GB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C318AB82-0972-0157-B85B-FC156C979E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C42AF22F-59F6-B44D-D1DC-A31C03BA40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003049-6B45-4CD9-9535-DEB8EB9D74B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52855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ACC5014-713E-3B91-067E-C2746DCC62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GB"/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7737ABD7-C35D-54A2-B092-1D373FBC83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0BCE0568-BA81-90A7-9F8E-D649A66E1B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GB"/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C94E7B04-0ABF-8321-ACA1-219AF6919D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C41C455A-0EA3-FD4E-5C58-EF28AAC29D0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GB"/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F93F229E-9608-EE38-CB28-41F2E1295A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5DAF01-2C74-4DA2-AF27-E34F7387600F}" type="datetimeFigureOut">
              <a:rPr lang="en-GB" smtClean="0"/>
              <a:t>07/02/2024</a:t>
            </a:fld>
            <a:endParaRPr lang="en-GB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E362EA10-D26C-310F-6FEC-A11B4708D5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9E31D6F0-5391-EA5C-9E81-D8A6CFCDA9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003049-6B45-4CD9-9535-DEB8EB9D74B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375119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51EE5A9-5280-3A46-87EE-E847AC0CDF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GB"/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4DDABB88-99FB-BED3-A509-F522151CBE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5DAF01-2C74-4DA2-AF27-E34F7387600F}" type="datetimeFigureOut">
              <a:rPr lang="en-GB" smtClean="0"/>
              <a:t>07/02/2024</a:t>
            </a:fld>
            <a:endParaRPr lang="en-GB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B1F41630-2F2B-ECE6-5680-6BE1B43B7F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7F34D1F8-B971-4B02-BDCA-394E7B6074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003049-6B45-4CD9-9535-DEB8EB9D74B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52208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2CA8482A-0EB3-609C-F276-ADD3672737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5DAF01-2C74-4DA2-AF27-E34F7387600F}" type="datetimeFigureOut">
              <a:rPr lang="en-GB" smtClean="0"/>
              <a:t>07/02/2024</a:t>
            </a:fld>
            <a:endParaRPr lang="en-GB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BFEC04EE-7408-9FB9-0274-61D821EA40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EAC2C3FC-BC47-32B8-2372-0A896CCC1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003049-6B45-4CD9-9535-DEB8EB9D74B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67256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43A1B83-EB3F-11C4-DA13-6D8107C77D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GB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65CF1EC-4185-8A1A-3D6A-A8C9F5A80B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GB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190C507B-F1FE-CFCF-E077-95884D022A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77955318-6C4E-992C-3312-0BA478E13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5DAF01-2C74-4DA2-AF27-E34F7387600F}" type="datetimeFigureOut">
              <a:rPr lang="en-GB" smtClean="0"/>
              <a:t>07/02/2024</a:t>
            </a:fld>
            <a:endParaRPr lang="en-GB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E6E44027-E82C-FAE1-2702-0623A309E7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9694F604-1D9B-8D39-297B-80FECA5F05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003049-6B45-4CD9-9535-DEB8EB9D74B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14585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31DE60D-83E6-0010-414F-8B0BB24F4F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GB"/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94301E55-E175-EFDF-F9B8-058F43E35C1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F33CFD83-D6F7-B83F-2B96-C78B4E4F05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E3EBFA81-4967-18F8-E7A4-03A862D6C1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5DAF01-2C74-4DA2-AF27-E34F7387600F}" type="datetimeFigureOut">
              <a:rPr lang="en-GB" smtClean="0"/>
              <a:t>07/02/2024</a:t>
            </a:fld>
            <a:endParaRPr lang="en-GB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E83683AA-10AD-A463-A548-D8936CD05E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4C4786D3-E6B9-FA37-8345-7BB7CA983F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003049-6B45-4CD9-9535-DEB8EB9D74B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26008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B224805-F45B-5F87-A2A6-74335AE986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GB"/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B85A282F-1716-1700-6D91-64358049BCA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GB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53B7C025-D7B6-F161-8F27-DC354D27E5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5DAF01-2C74-4DA2-AF27-E34F7387600F}" type="datetimeFigureOut">
              <a:rPr lang="en-GB" smtClean="0"/>
              <a:t>07/02/2024</a:t>
            </a:fld>
            <a:endParaRPr lang="en-GB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F0F1E351-0461-AC2E-D97D-336ACF5651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E6B3ADDE-B830-1247-4063-42094710C5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003049-6B45-4CD9-9535-DEB8EB9D74B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99316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1D6D328F-D854-573C-E0B2-D79F5186A2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  <a:endParaRPr lang="en-GB"/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C20A3942-B38E-DAC1-3B0D-BF42750EB9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GB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C7CC4C6E-5C6C-EBAB-5115-1AE23A0F4C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5DAF01-2C74-4DA2-AF27-E34F7387600F}" type="datetimeFigureOut">
              <a:rPr lang="en-GB" smtClean="0"/>
              <a:t>07/02/2024</a:t>
            </a:fld>
            <a:endParaRPr lang="en-GB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9737948A-04B2-F0F3-45E5-21E6982E47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B5C96D0-EE46-9279-A1C8-A1833E1527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003049-6B45-4CD9-9535-DEB8EB9D74B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634006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ED79F1DD-503C-4850-DA53-623F086A5F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  <a:endParaRPr lang="en-GB"/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C30209D0-8D63-C495-AA61-DAF151035D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GB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943111D2-22D7-8227-EE95-2B5A2086702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5DAF01-2C74-4DA2-AF27-E34F7387600F}" type="datetimeFigureOut">
              <a:rPr lang="en-GB" smtClean="0"/>
              <a:t>07/02/2024</a:t>
            </a:fld>
            <a:endParaRPr lang="en-GB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C95D6379-9D7C-5F6E-1044-A84D82F30A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862817BC-B977-0E86-36C5-DADC186086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003049-6B45-4CD9-9535-DEB8EB9D74B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2953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F8A2FAA-9EAD-9CD3-65A8-A700539C6AA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45D800BA-007D-25DA-8548-111854A2BF7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392368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Szélesvásznú</PresentationFormat>
  <Paragraphs>0</Paragraphs>
  <Slides>1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Office-téma</vt:lpstr>
      <vt:lpstr>PowerPoint-bemutató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creator>Major Dominik Ábel</dc:creator>
  <cp:lastModifiedBy>Major Dominik Ábel</cp:lastModifiedBy>
  <cp:revision>1</cp:revision>
  <dcterms:created xsi:type="dcterms:W3CDTF">2024-02-07T09:32:33Z</dcterms:created>
  <dcterms:modified xsi:type="dcterms:W3CDTF">2024-02-07T09:32:44Z</dcterms:modified>
</cp:coreProperties>
</file>